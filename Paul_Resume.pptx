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9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6400800" cy="6400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99943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許博宇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994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Hsu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財務會計  |  Financial Accountant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4023360"/>
            <a:ext cx="22860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29768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 paul830305@gmail.com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66344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Phone:  0975-470-790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502920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 台北市中山區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關於我  |  About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029200" cy="2011680"/>
          </a:xfrm>
          <a:prstGeom prst="roundRect">
            <a:avLst>
              <a:gd name="adj" fmla="val 6818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個人資料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920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役別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194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居住地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台北市中山區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英文姓名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743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駕照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輕型機車、普通小型車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學歷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43891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3292" y="4517136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425196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2022 - 2024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44074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台北商業大學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46177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會計資訊系 大學畢業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43000" y="50292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93292" y="5157216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146304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2012 - 2016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50474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臺北市立大學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52578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資訊科學學系 肄業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43000" y="56692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463040" y="55321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2009 - 2012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63040" y="56875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市立大直高中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58978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普通科 高中畢業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1371600"/>
            <a:ext cx="5029200" cy="2011680"/>
          </a:xfrm>
          <a:prstGeom prst="roundRect">
            <a:avLst>
              <a:gd name="adj" fmla="val 6818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1508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語言能力  |  Languages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2240" y="196596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216712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母語 / Native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237744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英文 (English)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257860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聽精通 說中等 讀精通 寫中等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278892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台語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299008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657600"/>
            <a:ext cx="5029200" cy="1371600"/>
          </a:xfrm>
          <a:prstGeom prst="roundRect">
            <a:avLst>
              <a:gd name="adj" fmla="val 10000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求職狀態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92240" y="4206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狀態：待業中，可立即上班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4526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經歷：3-4 年財務會計經驗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工作經歷  |  Work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371600"/>
            <a:ext cx="27432" cy="499262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591056" y="1444752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371600"/>
            <a:ext cx="9326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371600"/>
            <a:ext cx="54864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389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財務助理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1691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捷鵬國際股份有限公司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0" y="13898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2026/2 - 2026/6  (5 個月)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應付/應收帳款立沖帳、傳票編製、毛利率分析、VBA 優化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91056" y="215798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2084832"/>
            <a:ext cx="9326880" cy="640080"/>
          </a:xfrm>
          <a:prstGeom prst="roundRect">
            <a:avLst>
              <a:gd name="adj" fmla="val 7143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084832"/>
            <a:ext cx="54864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2103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主辦會計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404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赫士盟食品企業有限公司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77840" y="21031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2025/12  (1 個月)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2404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營業稅申報、成本分析、科目餘額表與調節表編製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591056" y="2871216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2103120" y="2798064"/>
            <a:ext cx="9326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2798064"/>
            <a:ext cx="54864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2331720" y="28163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會計專員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1181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仲駿股份有限公司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28163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2025/8  (1 個月)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77840" y="3118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營業稅申報、AP/AR沖帳、協助IPO跨部門協作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91056" y="358444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2103120" y="3511296"/>
            <a:ext cx="9326880" cy="640080"/>
          </a:xfrm>
          <a:prstGeom prst="roundRect">
            <a:avLst>
              <a:gd name="adj" fmla="val 7143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03120" y="3511296"/>
            <a:ext cx="54864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2331720" y="35295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主辦會計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38313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海峽會_陸台會股份有限公司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35295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2024/7 - 2025/6  (1 年)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3831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收入稽核、POS系統導入、財務報表編制、401調節表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591056" y="42976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Shape 33"/>
          <p:cNvSpPr/>
          <p:nvPr/>
        </p:nvSpPr>
        <p:spPr>
          <a:xfrm>
            <a:off x="2103120" y="4224528"/>
            <a:ext cx="9326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03120" y="4224528"/>
            <a:ext cx="54864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2331720" y="42428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會計審計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31720" y="45445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永輝啟佳聯合會計師事務所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77840" y="42428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2023/9 - 2024/2  (6 個月)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77840" y="45445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記帳、查帳、所得扣繳申報、營業稅申報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591056" y="5010912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Shape 40"/>
          <p:cNvSpPr/>
          <p:nvPr/>
        </p:nvSpPr>
        <p:spPr>
          <a:xfrm>
            <a:off x="2103120" y="4937760"/>
            <a:ext cx="9326880" cy="640080"/>
          </a:xfrm>
          <a:prstGeom prst="roundRect">
            <a:avLst>
              <a:gd name="adj" fmla="val 7143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03120" y="4937760"/>
            <a:ext cx="54864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/>
          <p:nvPr/>
        </p:nvSpPr>
        <p:spPr>
          <a:xfrm>
            <a:off x="2331720" y="49560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會計專員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31720" y="5257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尚楊財稅記帳士事務所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77840" y="49560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2023/1 - 2023/8  (8 個月)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7784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客戶帳務處理、營業稅及各類所得申報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591056" y="572414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9" name="Shape 47"/>
          <p:cNvSpPr/>
          <p:nvPr/>
        </p:nvSpPr>
        <p:spPr>
          <a:xfrm>
            <a:off x="2103120" y="5650992"/>
            <a:ext cx="9326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03120" y="5650992"/>
            <a:ext cx="54864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1" name="Text 49"/>
          <p:cNvSpPr/>
          <p:nvPr/>
        </p:nvSpPr>
        <p:spPr>
          <a:xfrm>
            <a:off x="2331720" y="5669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店員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331720" y="5971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三商家購股份有限公司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77840" y="5669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2021/10 - 2022/12  (1 年 3 個月)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77840" y="5971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收銀結帳、賣場陳列、進貨驗收與商品管理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專業能力  |  財務會計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291840" cy="4389120"/>
          </a:xfrm>
          <a:prstGeom prst="roundRect">
            <a:avLst>
              <a:gd name="adj" fmla="val 4167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稅務申報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2186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營業稅申報 &amp; 401 調節表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6758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各類所得扣繳申報 &amp; 調節表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41330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營所稅結算申報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45902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配合會計師查帳作業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50474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937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熟悉相關稅務法規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1371600"/>
            <a:ext cx="3291840" cy="4389120"/>
          </a:xfrm>
          <a:prstGeom prst="roundRect">
            <a:avLst>
              <a:gd name="adj" fmla="val 4167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371600"/>
            <a:ext cx="32918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557784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總帳 / ERP 系統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2186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文中系統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6758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鼎新 Cosmos 平台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41330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金旭總帳系統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45902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系統導入經驗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50474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4937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轉換與重新開帳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1371600"/>
            <a:ext cx="3291840" cy="4389120"/>
          </a:xfrm>
          <a:prstGeom prst="roundRect">
            <a:avLst>
              <a:gd name="adj" fmla="val 4167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1371600"/>
            <a:ext cx="32918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Shape 35"/>
          <p:cNvSpPr/>
          <p:nvPr/>
        </p:nvSpPr>
        <p:spPr>
          <a:xfrm>
            <a:off x="923544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92354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2960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財務會計核心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321040" y="32186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應付/應收帳款管理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21040" y="36758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傳票編製 &amp; 毛利率分析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21040" y="41330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科目餘額表 &amp; 調節表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21040" y="45902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財務報表編制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321040" y="50474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937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收入稽核 &amp; 內控審核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專業能力  |  資訊應用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514600" cy="3840480"/>
          </a:xfrm>
          <a:prstGeom prst="roundRect">
            <a:avLst>
              <a:gd name="adj" fmla="val 5455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25146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/ VBA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3042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194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函數應用 (SUM, XLOOKUP)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80720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697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樞紐分析 &amp; 圖表製作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331012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VBA 自動化流程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81304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703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數據分析 &amp; 報告製作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1371600"/>
            <a:ext cx="2514600" cy="3840480"/>
          </a:xfrm>
          <a:prstGeom prst="roundRect">
            <a:avLst>
              <a:gd name="adj" fmla="val 5455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371600"/>
            <a:ext cx="25146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94760" y="23042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3977640" y="2194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基礎程式設計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280720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977640" y="2697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資料處理與分析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94760" y="331012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397764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自動化腳本撰寫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1371600"/>
            <a:ext cx="2514600" cy="3840480"/>
          </a:xfrm>
          <a:prstGeom prst="roundRect">
            <a:avLst>
              <a:gd name="adj" fmla="val 5455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371600"/>
            <a:ext cx="25146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工具應用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23042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194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/ Gemini / Claude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280720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2697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提示詞工程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331012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(OpenCode, Hermes)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0" y="381304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3703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輔助工作流程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98280" y="1371600"/>
            <a:ext cx="2514600" cy="3840480"/>
          </a:xfrm>
          <a:prstGeom prst="roundRect">
            <a:avLst>
              <a:gd name="adj" fmla="val 5455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98280" y="1371600"/>
            <a:ext cx="25146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9281160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文書處理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372600" y="230428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9555480" y="2194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Word、PowerPoint、Outlook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372600" y="280720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9555480" y="2697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中文打字 75~100 字/分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372600" y="331012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/>
          <p:nvPr/>
        </p:nvSpPr>
        <p:spPr>
          <a:xfrm>
            <a:off x="955548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CBAA Level I 內部稽核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自傳與職涯目標  |  Career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核心定位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專精財務會計領域，持續培養資訊技術能力，以數位工具提升會計與財務管理效率。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in financial accounting, with continuous IT capability development to leverage digital tools for enhanced efficiency.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F0FC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關鍵成就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4270248"/>
            <a:ext cx="36576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42519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ERP、POS 與總帳系統導入及轉換專案，確保系統順利銜接與帳務正常運作（餐飲業）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0" y="4910328"/>
            <a:ext cx="36576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4892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協助建置創櫃公司內部控制制度（採購付款循環），完善傳票、憑證、用印等作業流程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88720" y="5550408"/>
            <a:ext cx="36576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55321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 AI 撰寫 VBA 優化 Excel 流程，提升資料處理效率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5029200" cy="5029200"/>
          </a:xfrm>
          <a:prstGeom prst="roundRect">
            <a:avLst>
              <a:gd name="adj" fmla="val 2727"/>
            </a:avLst>
          </a:prstGeom>
          <a:solidFill>
            <a:srgbClr val="02495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554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職涯規劃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920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Goal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2286000"/>
            <a:ext cx="137160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46888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未來希望持續深化財務分析與數位能力，朝 FP&amp;A（財務規劃與分析）方向發展。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短期目標是運用 Python 與 AI 工具串接 ERP 資料，建立自動化財務流程，降低人工整理與維護 Excel 報表的成本。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中長期則希望投入資金管理、專案成本分析及財務模型建構，協助企業優化資源配置、提升營運效率。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484632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development: FP&amp;A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financial workflows with Python &amp; AI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management, cost analysis &amp; financial modeling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49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457200"/>
            <a:ext cx="9994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求職條件  |  Job Preferences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1188720"/>
            <a:ext cx="22860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55448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02809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00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希望職稱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財務會計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92608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02809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971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希望職類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稅務人員、財務會計助理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記帳/出納/一般會計、查帳/審計人員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429768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028090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希望產業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6634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金融機構、電子資訊/軟體/半導體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一般製造業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028090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希望地點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新北市、台北市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65176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028090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697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上班時段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971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日班、晚班、08:00~18:00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02809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遠端工作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有意願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84632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028090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892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5166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943600"/>
            <a:ext cx="99943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許博宇 Paul Hsu  |  paul830305@gmail.com  |  0975-470-790  |  台北市中山區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2026-06-22T04:49:45Z</dcterms:created>
  <dcterms:modified xsi:type="dcterms:W3CDTF">2026-06-22T04:49:45Z</dcterms:modified>
</cp:coreProperties>
</file>