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4A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4A7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KEYDEX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永吉電腦股份有限公司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B99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業務介紹 與 鼎新ERP會計應用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2286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主講人：許博宇  Paul Hsu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財務會計  |  會計資訊系畢業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公司概覽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Company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329184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公司全名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永吉電腦股份有限公司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56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統一編號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856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04916011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49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成立時間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2494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1983 年（成立逾 40 年）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42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資本總額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6426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NT$ 2,800 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董事長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3035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范國英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KEYDEX（標竿）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822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822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台北市信義區莊敬路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280160"/>
            <a:ext cx="54864" cy="14630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關係企業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212080" y="1856232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Ever-Shining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9842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複合式工廠（模具、射出、線材）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2267712"/>
            <a:ext cx="91440" cy="914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23957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網路銷售公司（電腦週邊）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01752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017520"/>
            <a:ext cx="54864" cy="1554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營業項目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212080" y="3575304"/>
            <a:ext cx="73152" cy="7315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520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電腦週邊設備生產銷售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12080" y="3794760"/>
            <a:ext cx="73152" cy="7315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7398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電腦配線 / Cable 製造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4014216"/>
            <a:ext cx="73152" cy="7315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959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KEYDEX NFC 智慧指環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12080" y="4233672"/>
            <a:ext cx="73152" cy="7315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42" name="Text 40"/>
          <p:cNvSpPr/>
          <p:nvPr/>
        </p:nvSpPr>
        <p:spPr>
          <a:xfrm>
            <a:off x="5440680" y="41788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資訊處理與軟體設計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12080" y="4453128"/>
            <a:ext cx="73152" cy="73152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44" name="Text 42"/>
          <p:cNvSpPr/>
          <p:nvPr/>
        </p:nvSpPr>
        <p:spPr>
          <a:xfrm>
            <a:off x="5440680" y="4398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進出口貿易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主要業務（一）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電腦週邊批發 與 電腦配線製造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329184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電腦週邊設備批發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039112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記憶卡、隨身碟、顯示器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2423160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350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滑鼠、鍵盤、光碟機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2807208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734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硬碟、掃瞄器、印表機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3191256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118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印表機用碳粉匣等耗材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3575304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電腦文具用品（報表紙、磁片盒）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280160"/>
            <a:ext cx="54864" cy="32918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電腦配線 / Cable 製造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20640" y="1783080"/>
            <a:ext cx="109728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5" name="Shape 23"/>
          <p:cNvSpPr/>
          <p:nvPr/>
        </p:nvSpPr>
        <p:spPr>
          <a:xfrm>
            <a:off x="5257800" y="2039112"/>
            <a:ext cx="73152" cy="7315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網路線 / 高速傳輸線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57800" y="2423160"/>
            <a:ext cx="73152" cy="7315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2350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Category 8 高速網路線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2807208"/>
            <a:ext cx="73152" cy="7315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2734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電腦連接線、插座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57800" y="3191256"/>
            <a:ext cx="73152" cy="7315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118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 / HDMI 等配線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57800" y="3575304"/>
            <a:ext cx="73152" cy="73152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OEM / ODM 客製化生產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" y="466344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 KEYDEX（標竿）— 專注電腦週邊與配線領域逾 40 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主要業務（二）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KEYDEX NFC 智慧指環 與 一條龍生產製造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329184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KEYDEX NFC 智慧指環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029968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NFC 個資保護指環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2377440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鎖屏指環（電腦/手機解鎖）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2724912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660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門禁指環（門禁感應）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3072384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行動支付指環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3419856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355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防走失救援指環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1560" y="3767328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i-PASS 一卡通支付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280160"/>
            <a:ext cx="54864" cy="329184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一條龍生產製造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12064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27" name="Shape 25"/>
          <p:cNvSpPr/>
          <p:nvPr/>
        </p:nvSpPr>
        <p:spPr>
          <a:xfrm>
            <a:off x="5212080" y="19659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19659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模具設計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21305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模具廠專業設計開發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49240" y="2276856"/>
            <a:ext cx="18288" cy="1737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24688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24688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塑膠射出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263347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射出廠量產成型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2779776"/>
            <a:ext cx="18288" cy="1737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5212080" y="29718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2971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抽線加工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0" y="3136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抽線廠線材製造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9240" y="3282696"/>
            <a:ext cx="18288" cy="1737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52120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34747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成品組裝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0" y="36393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線材加工廠組裝檢驗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4663440"/>
            <a:ext cx="8046720" cy="365760"/>
          </a:xfrm>
          <a:prstGeom prst="roundRect">
            <a:avLst>
              <a:gd name="adj" fmla="val 12500"/>
            </a:avLst>
          </a:prstGeom>
          <a:solidFill>
            <a:srgbClr val="1B998B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自有工廠：模具廠 → 塑膠射出廠 → 抽線廠 → 線材加工廠，一條龍服務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業務版圖與關係企業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Business Landscape &amp; Subsidiaries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27432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永吉電腦股份有限公司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217627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 KEYDEX 經營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54203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電腦週邊批發/配線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290779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NFC 智慧指環研發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327355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進出口貿易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12801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20440" y="1280160"/>
            <a:ext cx="54864" cy="27432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Ever-Shining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03320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複合式工廠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2176272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模具設計開發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0" y="2542032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塑膠射出成型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2907792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抽線及線材加工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0" y="3273552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成品檢驗出廠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12801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1280160"/>
            <a:ext cx="54864" cy="27432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83680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網路銷售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217627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電腦週邊商品銷售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20840" y="254203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2468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台灣官網營運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90779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中國市場推廣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20840" y="327355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3200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線上通路經營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4206240"/>
            <a:ext cx="54864" cy="77724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市場與客戶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4400" y="4526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台灣/中國/日本市場  |  電腦週邊、電子元件、OEM/ODM  |  通路：批發、零售、網路銷售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財務會計架構 與 鼎新ERP導入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Financial Accounting &amp; Dingxin ERP Cosmos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329184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主辦會計職掌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029968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總帳管理與傳票編製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2359152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295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營業稅申報（401 調節表）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" y="2688336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各類所得扣繳申報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" y="3017520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953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營所稅結算申報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3346704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282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成本分析與毛利率計算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1560" y="3675888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財務報表編製（損益表/資產負債表）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51560" y="4005072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3941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配合會計師查帳作業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80160"/>
            <a:ext cx="54864" cy="32918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 ERP Cosmos 模組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20640" y="1783080"/>
            <a:ext cx="109728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1965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19659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總帳模組 (GL)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21305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傳票作業、科目管理、財務報表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12080" y="236829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23682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應收/應付 (AR/AP)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23560" y="2532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帳款管理、沖帳作業、帳齡分析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12080" y="277063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277063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固定資產 (FA)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293522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資產登錄、折舊計算、盤點管理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12080" y="31729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23560" y="31729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票據管理 (PM)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33375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票據收付、兌現管理、調整作業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35753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23560" y="35753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成本計算 (CC)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23560" y="37398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成本結轉、毛利分析、部門損益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2080" y="39776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50" name="Text 48"/>
          <p:cNvSpPr/>
          <p:nvPr/>
        </p:nvSpPr>
        <p:spPr>
          <a:xfrm>
            <a:off x="52120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23560" y="39776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稅務管理 (TAX)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23560" y="4142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營業稅申報、401調節表、扣繳申報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總帳管理 (GL)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傳票編製 → 過帳 → 科目餘額 → 財務報表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傳票輸入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240280"/>
            <a:ext cx="1234440" cy="182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審核憑證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編製傳票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分錄輸入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88920" y="1280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4173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過帳作業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54680" y="2240280"/>
            <a:ext cx="1234440" cy="182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2377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批次過帳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科目更新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期間控制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1280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4173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科目餘額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03520" y="2240280"/>
            <a:ext cx="1234440" cy="182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377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科目餘額表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調節核對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86600" y="12801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141732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1417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財務報表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52360" y="2240280"/>
            <a:ext cx="1234440" cy="182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23774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資產負債表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現金流量表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8404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840480"/>
            <a:ext cx="54864" cy="10972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總帳模組關鍵功能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42519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會計科目彈性設定（部門/專案輔助核算）  |  沖帳/立沖帳管理  |  多期間比較報表  |  年度結轉與開帳作業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4526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產出報表：資產負債表、損益表、現金流量表、科目餘額表、試算表、日記帳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營業稅申報 (401)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加值型營業稅申報實務流程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329184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申報流程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9659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憑證整理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11226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進項/銷項發票分類整理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3856" y="2258568"/>
            <a:ext cx="18288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23591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235915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系統登錄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505456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鼎新ERP 傳票輸入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33856" y="2651760"/>
            <a:ext cx="18288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27523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27523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媒體申報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2898648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匯出媒體檔申報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33856" y="3044952"/>
            <a:ext cx="18288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31455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17320" y="314553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 調節表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3291840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核對申報金額與帳載差異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33856" y="3438144"/>
            <a:ext cx="18288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" y="35387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17320" y="35387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申報送件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17320" y="3685032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網路申報 / 媒體申報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33856" y="3831336"/>
            <a:ext cx="18288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5840" y="39319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18F01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17320" y="3931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繳納稅款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407822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核對繳款書與入帳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1280160"/>
            <a:ext cx="54864" cy="329184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申報要點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12064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44" name="Shape 42"/>
          <p:cNvSpPr/>
          <p:nvPr/>
        </p:nvSpPr>
        <p:spPr>
          <a:xfrm>
            <a:off x="5257800" y="2029968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0" y="1965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 調節表核對申報數與帳載數差異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57800" y="2377440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0" y="2313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進項稅額扣抵（可扣抵/不可扣抵）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257800" y="2724912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2660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零稅率/免稅銷售額申報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57800" y="3072384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0" y="30083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固定資產進項稅額扣抵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257800" y="3419856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0" y="3355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兼營營業人比例扣抵法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257800" y="3767328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0" y="3703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申報期限：每單月 15 日前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各類所得扣繳 與 營所稅申報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Tax Compliance &amp; Reporting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2286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各類所得扣繳申報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011680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965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薪資所得扣繳（依薪資扣繳辦法）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226771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2219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租金/執行業務所得扣繳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51560" y="2523744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4780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股利/利息所得扣繳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" y="2779776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7340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各類所得調節表編製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1560" y="3035808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2990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申報時間：每年 1 月底前（上年度）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" y="3291840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246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熟悉各類所得扣繳率標準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280160"/>
            <a:ext cx="54864" cy="2286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營利事業所得稅申報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120640" y="1783080"/>
            <a:ext cx="109728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2011680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1965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年度結算申報（每年 5 月）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2267712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22219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財務報表調節為稅務報表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2523744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24780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所得稅費用估列與暫繳申報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2779776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27340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營利事業所得稅查核準則應用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3035808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0" y="29900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未分配盈餘申報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3291840"/>
            <a:ext cx="64008" cy="6400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0" y="3246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配合會計師稅務簽證查帳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374904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3749040"/>
            <a:ext cx="54864" cy="118872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配合會計師查帳作業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" y="420624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備妥傳票憑證、科目餘額表、調節表等查核資料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4400" y="438912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協助盤點作業（固定資產/庫存）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" y="457200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提供關係人交易明細及相關合約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475488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回覆會計師查核問題，確保稅報順利出具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成本結轉流程 與 毛利分析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32918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99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鼎新ERP 成本結轉流程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965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進貨/領料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原料採購入庫  生產領料出庫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24712" y="2240280"/>
            <a:ext cx="18288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25146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514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5146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人工/費用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679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直接人工投入  製造費用分攤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24712" y="2788920"/>
            <a:ext cx="18288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30632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0632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成本計算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227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批次成本計算  在製/製成品結轉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" y="3337560"/>
            <a:ext cx="18288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3611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B998B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17320" y="3611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毛利分析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3776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銷貨成本結轉  毛利率分析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280160"/>
            <a:ext cx="54864" cy="329184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成本分析項目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12064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4" name="Shape 32"/>
          <p:cNvSpPr/>
          <p:nvPr/>
        </p:nvSpPr>
        <p:spPr>
          <a:xfrm>
            <a:off x="5212080" y="19659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23560" y="19659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毛利率分析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23560" y="21305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各產品/專案毛利率比較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23500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23560" y="2350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部門損益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23560" y="25146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部門別損益計算與分析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27340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2734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成本差異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23560" y="28986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標準成本 vs 實際成本差異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12080" y="31181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31181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費用分攤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23560" y="32826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製造費用合理分攤基礎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12080" y="35021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23560" y="3502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損益兩平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23560" y="36667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損益兩平點與安全邊際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212080" y="38862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55" name="Text 53"/>
          <p:cNvSpPr/>
          <p:nvPr/>
        </p:nvSpPr>
        <p:spPr>
          <a:xfrm>
            <a:off x="521208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23560" y="3886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趨勢分析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623560" y="40507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跨期比較與異常預警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ERP導入經驗 與 資訊應用效益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實戰經驗分享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18288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41732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0D4A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系統導入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ERP/POS 系統導入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參與餐飲業 ERP、POS、總帳系統導入專案，完成重新開帳、會計科目設定、部門設定等作業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12801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280160"/>
            <a:ext cx="54864" cy="18288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5" name="Shape 13"/>
          <p:cNvSpPr/>
          <p:nvPr/>
        </p:nvSpPr>
        <p:spPr>
          <a:xfrm>
            <a:off x="3703320" y="141732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內控稽核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內控制度建置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協助創櫃公司建置內部控制制度（採購付款循環），完善傳票、憑證、用印作業流程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2801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280160"/>
            <a:ext cx="54864" cy="18288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417320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F18F0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流程優化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VBA 自動化優化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2057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 AI 撰寫 VBA 自動化 Excel 流程，提升科目餘額表編製效率，降低人工整理成本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80467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291840"/>
            <a:ext cx="54864" cy="164592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數位化會計核心優勢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14400" y="3794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D4A7A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794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34440" y="3776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效率提升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776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自動化結帳流程，縮短月結時間 50% 以上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D4A7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794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3776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數據整合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776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鼎新串接各模組數據，減少人工轉換錯誤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4297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D4A7A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34440" y="4279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決策支援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6888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即時財務報表與成本分析，提供管理層決策依據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2976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D4A7A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4279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合規透明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內控流程系統化，確保稅務申報與會計準則合規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4114800" cy="4114800"/>
          </a:xfrm>
          <a:prstGeom prst="ellipse">
            <a:avLst/>
          </a:prstGeom>
          <a:solidFill>
            <a:srgbClr val="0D4A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D4A7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1B99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感謝您的聆聽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2286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期待有機會加入永吉電腦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貢獻財務會計專業與 ERP 實務經驗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0D4A7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許博宇  Paul Hsu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paul830305@gmail.com  |  0975-470-790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台北市中山區  |  會計資訊系畢業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永吉電腦股份有限公司 業務介紹與ERP會計應用</dc:title>
  <dc:subject>面試簡報</dc:subject>
  <dc:creator>許博宇</dc:creator>
  <cp:lastModifiedBy>許博宇</cp:lastModifiedBy>
  <cp:revision>1</cp:revision>
  <dcterms:created xsi:type="dcterms:W3CDTF">2026-06-23T03:49:36Z</dcterms:created>
  <dcterms:modified xsi:type="dcterms:W3CDTF">2026-06-23T03:49:36Z</dcterms:modified>
</cp:coreProperties>
</file>